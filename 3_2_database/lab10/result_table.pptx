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FE71FA-F5DA-9E5B-59F5-9F29E4D27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4FCB936-818E-6693-5728-C1157BB888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4AD649-56AC-B4E1-BCBB-6886A80A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73DAC-BDD2-496C-95A5-D435166FE1AE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581AE1-29BE-248A-3C58-EBCBDC39F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7C05FF-B01D-7C2E-E2D2-6F45282C2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7FC7A-C667-496D-8269-EB445E890E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64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503E2E-623C-2BAA-6D6D-1EF8CBB71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6F1E25-FD0F-C491-FA84-778EAE661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C67845-099E-6DCB-60CA-90B1D3BC4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73DAC-BDD2-496C-95A5-D435166FE1AE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DE53B-BF29-1804-B67D-82BF64123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29592A-7CFF-52EA-CF29-F1BC42D8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7FC7A-C667-496D-8269-EB445E890E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415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3F02AC-F84B-91BB-7B15-762CB4FB1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EB0691-BBF9-A31F-C2BC-868FDEB00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9CDFA1-72AC-A8E4-DB72-815C6F8D4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73DAC-BDD2-496C-95A5-D435166FE1AE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733E71-00FB-BEC8-8AC5-649E132BD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3A294B-5D89-E9F4-4D24-4F3512484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7FC7A-C667-496D-8269-EB445E890E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1994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123544-572B-B89C-183F-9B1090145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F2B3DD-1DE5-06EC-B9A8-5E1FDDAB9F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C440BA-B71B-97D6-4949-E30F3BD1D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630D0A-8384-7D21-F553-D92493BFE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73DAC-BDD2-496C-95A5-D435166FE1AE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8E796F-4F0A-4F12-7311-1E69FE568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B62996-CD3F-138D-B12B-61F02DA22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7FC7A-C667-496D-8269-EB445E890E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5710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17808-0FF7-066D-BAF0-F93D91489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56AF93-6AB0-24FB-E202-B896A8E62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34CD211-1F7F-D1EC-EFCE-CE7B75BCE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4192D2-74CC-CEBB-68CC-4FF7C61D1D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30D43FC-1318-E4E3-0651-AB0C31A665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5B31243-2AE4-0F0F-C478-13061D22D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73DAC-BDD2-496C-95A5-D435166FE1AE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9B72E97-EF70-A234-826C-91A1E5A1E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6D61896-E257-F877-15B6-B6412299D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7FC7A-C667-496D-8269-EB445E890E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945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5E6178-E5A0-F36B-7ABC-2C2FB8601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53A8357-D3E6-C5DD-9B72-B6A37B6FD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73DAC-BDD2-496C-95A5-D435166FE1AE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8FBA94C-28DA-C76E-9BA8-67CD6DFF9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2D7BB0A-7EAD-CF76-5B17-D3C9F6D6A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7FC7A-C667-496D-8269-EB445E890E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1006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D485F61-FF78-110F-1615-C18BCA8FE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73DAC-BDD2-496C-95A5-D435166FE1AE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C48539-243B-ED0A-7503-406B2E30D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BD968C-3C69-6CFF-73AE-BC2EBE1C6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7FC7A-C667-496D-8269-EB445E890E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838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57694E-ED66-E88B-AE25-5C6B58622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48B572-488F-187D-E0C8-1FF453C4B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BAD1742-EE6A-3630-27C5-1E9A0F50A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7DEF97-5E7F-FE9C-58B1-4B44EC507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73DAC-BDD2-496C-95A5-D435166FE1AE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6BDACBE-5D2A-4C35-09A0-E8F1FE635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BE4FF0-1E8F-08E1-0ACD-EF2061847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7FC7A-C667-496D-8269-EB445E890E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1173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B3E479-262D-10F3-5594-94AE562E7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2C6872-4D14-F7C5-8F68-121D498EE4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54D0C59-3DA5-C59E-EE20-F7FDB030F2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6CE880-C087-6647-F613-51988209B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73DAC-BDD2-496C-95A5-D435166FE1AE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B2E147-A273-BAFC-6496-402AAB83F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64AAEA-152C-DDF3-E38B-74566C726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7FC7A-C667-496D-8269-EB445E890E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6856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AB2712-A9C8-1241-A9A8-2BCB24FEE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EF977E2-FB35-CE63-3818-5B2947F22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06CB10-B323-CEDB-2E71-0D84FC9E7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73DAC-BDD2-496C-95A5-D435166FE1AE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A2C63A-CA13-856E-F7D5-F5DA4BF40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726555-F626-EE53-CD2A-4D18F9771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7FC7A-C667-496D-8269-EB445E890E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880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B6D9AD7-EFBB-ECD1-500B-CFEB1C1D56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B49AFB8-7A46-C6A1-6A36-3E71FFDF85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63876D-E850-D25E-6E64-269A6C6D0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73DAC-BDD2-496C-95A5-D435166FE1AE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31FCA2-B267-A8D6-127A-8554FE466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39033D-1D93-8CD4-98FB-8FBA4F09E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7FC7A-C667-496D-8269-EB445E890E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1438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9D83539-A3C5-D4C1-0ACD-DDA47FAEA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151594-48D7-87F1-5D0D-38A21A06A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36A028-6ABD-4FA9-7546-671C7BB723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873DAC-BDD2-496C-95A5-D435166FE1AE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0B09CD-2029-5666-428B-35035B6A02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34F087-6B7D-A731-EAE0-1DD777A7E7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7FC7A-C667-496D-8269-EB445E890E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983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975DCBA-52A2-A183-2FC7-AC9054399B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30947"/>
              </p:ext>
            </p:extLst>
          </p:nvPr>
        </p:nvGraphicFramePr>
        <p:xfrm>
          <a:off x="0" y="0"/>
          <a:ext cx="12192000" cy="71342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237">
                  <a:extLst>
                    <a:ext uri="{9D8B030D-6E8A-4147-A177-3AD203B41FA5}">
                      <a16:colId xmlns:a16="http://schemas.microsoft.com/office/drawing/2014/main" val="439791077"/>
                    </a:ext>
                  </a:extLst>
                </a:gridCol>
                <a:gridCol w="4286774">
                  <a:extLst>
                    <a:ext uri="{9D8B030D-6E8A-4147-A177-3AD203B41FA5}">
                      <a16:colId xmlns:a16="http://schemas.microsoft.com/office/drawing/2014/main" val="139255533"/>
                    </a:ext>
                  </a:extLst>
                </a:gridCol>
                <a:gridCol w="6713989">
                  <a:extLst>
                    <a:ext uri="{9D8B030D-6E8A-4147-A177-3AD203B41FA5}">
                      <a16:colId xmlns:a16="http://schemas.microsoft.com/office/drawing/2014/main" val="2654073561"/>
                    </a:ext>
                  </a:extLst>
                </a:gridCol>
              </a:tblGrid>
              <a:tr h="50344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Problem Number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Your Solution (SQL)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Captured Result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909533"/>
                  </a:ext>
                </a:extLst>
              </a:tr>
              <a:tr h="120967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Problem1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(*)</a:t>
                      </a:r>
                    </a:p>
                    <a:p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new_student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endParaRPr lang="en-US" altLang="ko-KR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altLang="ko-KR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.mbti_type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like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'___J'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</a:t>
                      </a:r>
                      <a:endParaRPr lang="en-US" altLang="ko-KR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exists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*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favorite_course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endParaRPr lang="en-US" altLang="ko-KR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r>
                        <a:rPr lang="en-US" altLang="ko-KR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.nickname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altLang="ko-KR" sz="11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altLang="ko-KR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.nickname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r>
                        <a:rPr lang="en-US" altLang="ko-KR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.course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'OS')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092645"/>
                  </a:ext>
                </a:extLst>
              </a:tr>
              <a:tr h="12096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Problem2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r>
                        <a:rPr lang="en-US" altLang="ko-KR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.lang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1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r>
                        <a:rPr lang="en-US" altLang="ko-KR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.course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(*)</a:t>
                      </a:r>
                    </a:p>
                    <a:p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preferred_pl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favorite_course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endParaRPr lang="en-US" altLang="ko-KR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r>
                        <a:rPr lang="en-US" altLang="ko-KR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.nickname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altLang="ko-KR" sz="11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r>
                        <a:rPr lang="en-US" altLang="ko-KR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.nickname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group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by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r>
                        <a:rPr lang="en-US" altLang="ko-KR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.lang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1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r>
                        <a:rPr lang="en-US" altLang="ko-KR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.course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having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(*) &gt;=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7959634"/>
                  </a:ext>
                </a:extLst>
              </a:tr>
              <a:tr h="12096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Problem3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average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</a:t>
                      </a:r>
                      <a:endParaRPr lang="en-US" altLang="ko-KR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AVG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1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s1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.Sleep_duration)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student </a:t>
                      </a:r>
                      <a:r>
                        <a:rPr lang="en-US" altLang="ko-KR" sz="11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s1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AVG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((</a:t>
                      </a:r>
                      <a:r>
                        <a:rPr lang="en-US" altLang="ko-KR" sz="11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s2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.Sleep_duration - </a:t>
                      </a:r>
                      <a:r>
                        <a:rPr lang="en-US" altLang="ko-KR" sz="11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average</a:t>
                      </a:r>
                      <a:r>
                        <a:rPr lang="en-US" altLang="ko-KR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altLang="ko-KR" sz="11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* (</a:t>
                      </a:r>
                      <a:r>
                        <a:rPr lang="en-US" altLang="ko-KR" sz="11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s2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.Sleep_duration - </a:t>
                      </a:r>
                      <a:r>
                        <a:rPr lang="en-US" altLang="ko-KR" sz="11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average</a:t>
                      </a:r>
                      <a:r>
                        <a:rPr lang="en-US" altLang="ko-KR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altLang="ko-KR" sz="11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))</a:t>
                      </a:r>
                    </a:p>
                    <a:p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student </a:t>
                      </a:r>
                      <a:r>
                        <a:rPr lang="en-US" altLang="ko-KR" sz="11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s2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1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average</a:t>
                      </a:r>
                      <a:endParaRPr lang="en-US" altLang="ko-KR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4332830"/>
                  </a:ext>
                </a:extLst>
              </a:tr>
              <a:tr h="12096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Problem4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union_friend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</a:t>
                      </a:r>
                      <a:endParaRPr lang="en-US" altLang="ko-KR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((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*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friend_info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f1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union</a:t>
                      </a:r>
                      <a:endParaRPr lang="en-US" altLang="ko-KR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f2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.friend_nickname, </a:t>
                      </a:r>
                      <a:r>
                        <a:rPr lang="en-US" altLang="ko-KR" sz="11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f2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.nickname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friend_info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f2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))</a:t>
                      </a:r>
                    </a:p>
                    <a:p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lang="en-US" altLang="ko-KR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.nickname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,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(*)</a:t>
                      </a:r>
                    </a:p>
                    <a:p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union_friend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endParaRPr lang="en-US" altLang="ko-KR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group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by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lang="en-US" altLang="ko-KR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.nickname</a:t>
                      </a:r>
                      <a:endParaRPr lang="en-US" altLang="ko-KR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having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(*) &gt;=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747384"/>
                  </a:ext>
                </a:extLst>
              </a:tr>
              <a:tr h="12096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Problem5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1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altLang="ko-KR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.nickname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new_student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endParaRPr lang="en-US" altLang="ko-KR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exists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*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favorite_course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fc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altLang="ko-KR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.nickname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altLang="ko-KR" sz="11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fc</a:t>
                      </a:r>
                      <a:r>
                        <a:rPr lang="en-US" altLang="ko-KR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.nickname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fc</a:t>
                      </a:r>
                      <a:r>
                        <a:rPr lang="en-US" altLang="ko-KR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.course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null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</a:t>
                      </a:r>
                      <a:endParaRPr lang="en-US" altLang="ko-KR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exists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*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favorite_food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ff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ff</a:t>
                      </a:r>
                      <a:r>
                        <a:rPr lang="en-US" altLang="ko-KR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.nickname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altLang="ko-KR" sz="11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altLang="ko-KR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.nickname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ff</a:t>
                      </a:r>
                      <a:r>
                        <a:rPr lang="en-US" altLang="ko-KR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.food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null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</a:t>
                      </a:r>
                      <a:endParaRPr lang="en-US" altLang="ko-KR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exists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*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preferred_pl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pp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pp</a:t>
                      </a:r>
                      <a:r>
                        <a:rPr lang="en-US" altLang="ko-KR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.nickname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altLang="ko-KR" sz="11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altLang="ko-KR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.nickname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pp</a:t>
                      </a:r>
                      <a:r>
                        <a:rPr lang="en-US" altLang="ko-KR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.lang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null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052636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B3CAD68B-BCCB-A49D-DF00-A037CE7C4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8052" y="628933"/>
            <a:ext cx="2553056" cy="95263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7E8C5D3-BB43-6CEB-482F-7C9E90156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8052" y="1882374"/>
            <a:ext cx="3605616" cy="113262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B3F1665-A2F0-E0AD-2391-63046FA1BD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8052" y="5546019"/>
            <a:ext cx="3134162" cy="93358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A89E9C1-9098-F3EC-F32F-3D49B27EDB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8052" y="3071921"/>
            <a:ext cx="6592220" cy="107647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A851C21-54FA-4C0F-9CEA-79A323322B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8052" y="4280115"/>
            <a:ext cx="2688206" cy="113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716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293</Words>
  <Application>Microsoft Office PowerPoint</Application>
  <PresentationFormat>와이드스크린</PresentationFormat>
  <Paragraphs>35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표수현</dc:creator>
  <cp:lastModifiedBy>표수현</cp:lastModifiedBy>
  <cp:revision>1</cp:revision>
  <dcterms:created xsi:type="dcterms:W3CDTF">2025-11-06T08:17:54Z</dcterms:created>
  <dcterms:modified xsi:type="dcterms:W3CDTF">2025-11-06T13:47:08Z</dcterms:modified>
</cp:coreProperties>
</file>